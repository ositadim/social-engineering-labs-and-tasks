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embeddedFontLst>
    <p:embeddedFont>
      <p:font typeface="Lato" panose="020F0502020204030203" pitchFamily="34" charset="0"/>
      <p:regular r:id="rId8"/>
      <p:bold r:id="rId9"/>
      <p:italic r:id="rId10"/>
      <p:boldItalic r:id="rId11"/>
    </p:embeddedFont>
    <p:embeddedFont>
      <p:font typeface="Raleway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53" y="2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1231f45f93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1231f45f93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231f45f93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1231f45f93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1231f45f93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1231f45f93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>
            <a:off x="726150" y="733950"/>
            <a:ext cx="7691700" cy="1244700"/>
          </a:xfr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Familiarize yourself with phishing attacks</a:t>
            </a:r>
          </a:p>
        </p:txBody>
      </p:sp>
      <p:sp>
        <p:nvSpPr>
          <p:cNvPr id="91" name="Text Placeholder 2">
            <a:extLst>
              <a:ext uri="{FF2B5EF4-FFF2-40B4-BE49-F238E27FC236}">
                <a16:creationId xmlns:a16="http://schemas.microsoft.com/office/drawing/2014/main" id="{C95D871F-DED5-1C98-659E-FC83BF1DA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79019" y="2954427"/>
            <a:ext cx="6081151" cy="37475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According to the analysis,  </a:t>
            </a:r>
          </a:p>
        </p:txBody>
      </p:sp>
      <p:pic>
        <p:nvPicPr>
          <p:cNvPr id="1028" name="Picture 4" descr="Which teams performed poorly in the phishing simulation?">
            <a:extLst>
              <a:ext uri="{FF2B5EF4-FFF2-40B4-BE49-F238E27FC236}">
                <a16:creationId xmlns:a16="http://schemas.microsoft.com/office/drawing/2014/main" id="{24E88471-87B5-F6E7-62E7-A90AB98C9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264" y="2000422"/>
            <a:ext cx="7232460" cy="1594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358294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phishing?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84221B-E26E-EF35-29F1-6FD417614374}"/>
              </a:ext>
            </a:extLst>
          </p:cNvPr>
          <p:cNvSpPr txBox="1"/>
          <p:nvPr/>
        </p:nvSpPr>
        <p:spPr>
          <a:xfrm>
            <a:off x="4762500" y="1338805"/>
            <a:ext cx="4069800" cy="3264408"/>
          </a:xfrm>
          <a:prstGeom prst="rect">
            <a:avLst/>
          </a:prstGeom>
          <a:noFill/>
          <a:ln>
            <a:noFill/>
          </a:ln>
        </p:spPr>
        <p:txBody>
          <a:bodyPr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Phishing exploits employee’s error or tricks employees to click a link or comply to a request which end up being used against the company.</a:t>
            </a:r>
          </a:p>
        </p:txBody>
      </p:sp>
      <p:pic>
        <p:nvPicPr>
          <p:cNvPr id="2050" name="Picture 2" descr="Phishing Prevention Best Practices: How to Detect &amp; Avoid ...">
            <a:extLst>
              <a:ext uri="{FF2B5EF4-FFF2-40B4-BE49-F238E27FC236}">
                <a16:creationId xmlns:a16="http://schemas.microsoft.com/office/drawing/2014/main" id="{BC554B33-F268-5B24-9866-D5FBD04CD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00" y="1338805"/>
            <a:ext cx="4450800" cy="3359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98;p15">
            <a:extLst>
              <a:ext uri="{FF2B5EF4-FFF2-40B4-BE49-F238E27FC236}">
                <a16:creationId xmlns:a16="http://schemas.microsoft.com/office/drawing/2014/main" id="{5389A4B7-36A1-443A-A4D8-9E2B312ACDF6}"/>
              </a:ext>
            </a:extLst>
          </p:cNvPr>
          <p:cNvSpPr txBox="1">
            <a:spLocks/>
          </p:cNvSpPr>
          <p:nvPr/>
        </p:nvSpPr>
        <p:spPr>
          <a:xfrm>
            <a:off x="214788" y="4603213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GB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GB" sz="10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Valimail</a:t>
            </a:r>
            <a:r>
              <a:rPr lang="en-GB" sz="10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10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GB" sz="10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to spot phishing emails</a:t>
            </a:r>
            <a:b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Mastering Phishing Email Detection: A Technical Guide to Unmasking  Deceptive Messages | by Suresh Shanmugam | Medium">
            <a:extLst>
              <a:ext uri="{FF2B5EF4-FFF2-40B4-BE49-F238E27FC236}">
                <a16:creationId xmlns:a16="http://schemas.microsoft.com/office/drawing/2014/main" id="{7405D3C1-D1B4-0F8B-5B22-A3ADD66CE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115" y="1853850"/>
            <a:ext cx="4782850" cy="2897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98;p15">
            <a:extLst>
              <a:ext uri="{FF2B5EF4-FFF2-40B4-BE49-F238E27FC236}">
                <a16:creationId xmlns:a16="http://schemas.microsoft.com/office/drawing/2014/main" id="{4E1C7757-71E3-8922-DBCE-C66BF329F3CE}"/>
              </a:ext>
            </a:extLst>
          </p:cNvPr>
          <p:cNvSpPr txBox="1">
            <a:spLocks/>
          </p:cNvSpPr>
          <p:nvPr/>
        </p:nvSpPr>
        <p:spPr>
          <a:xfrm>
            <a:off x="1391516" y="467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GB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GB" sz="8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8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Shanmugam, S. (2023)</a:t>
            </a:r>
            <a:r>
              <a:rPr lang="en-GB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727650" y="56400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do we stop getting phished?</a:t>
            </a:r>
            <a:endParaRPr dirty="0"/>
          </a:p>
        </p:txBody>
      </p:sp>
      <p:pic>
        <p:nvPicPr>
          <p:cNvPr id="4098" name="Picture 2" descr="Don't Get Hooked - 6 Tips to Avoid Phishing Attacks">
            <a:extLst>
              <a:ext uri="{FF2B5EF4-FFF2-40B4-BE49-F238E27FC236}">
                <a16:creationId xmlns:a16="http://schemas.microsoft.com/office/drawing/2014/main" id="{754F3D2C-1BCE-ABDE-5FA0-594146DFB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413" y="1041816"/>
            <a:ext cx="6036111" cy="367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98;p15">
            <a:extLst>
              <a:ext uri="{FF2B5EF4-FFF2-40B4-BE49-F238E27FC236}">
                <a16:creationId xmlns:a16="http://schemas.microsoft.com/office/drawing/2014/main" id="{C3E4FB71-404B-1701-F2AD-BB5140FA4479}"/>
              </a:ext>
            </a:extLst>
          </p:cNvPr>
          <p:cNvSpPr txBox="1">
            <a:spLocks/>
          </p:cNvSpPr>
          <p:nvPr/>
        </p:nvSpPr>
        <p:spPr>
          <a:xfrm>
            <a:off x="784414" y="4499063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GB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GB" sz="8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8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Hoverman</a:t>
            </a:r>
            <a:r>
              <a:rPr lang="en-GB" sz="8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D. (2018)</a:t>
            </a:r>
            <a:r>
              <a:rPr lang="en-GB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1F273-AB67-4EE8-2BE7-415A77574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032" y="1304256"/>
            <a:ext cx="7688700" cy="2261100"/>
          </a:xfrm>
        </p:spPr>
        <p:txBody>
          <a:bodyPr/>
          <a:lstStyle/>
          <a:p>
            <a:pPr marL="146050" indent="0" algn="ctr">
              <a:buNone/>
            </a:pPr>
            <a:endParaRPr lang="en-GB" dirty="0"/>
          </a:p>
          <a:p>
            <a:pPr marL="146050" indent="0" algn="ctr">
              <a:buNone/>
            </a:pPr>
            <a:endParaRPr lang="en-GB" dirty="0"/>
          </a:p>
          <a:p>
            <a:pPr marL="146050" indent="0" algn="ctr">
              <a:buNone/>
            </a:pPr>
            <a:endParaRPr lang="en-GB" dirty="0"/>
          </a:p>
          <a:p>
            <a:pPr marL="146050" indent="0" algn="ctr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74717761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</Words>
  <Application>Microsoft Office PowerPoint</Application>
  <PresentationFormat>On-screen Show (16:9)</PresentationFormat>
  <Paragraphs>13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Lato</vt:lpstr>
      <vt:lpstr>Raleway</vt:lpstr>
      <vt:lpstr>Times New Roman</vt:lpstr>
      <vt:lpstr>Arial</vt:lpstr>
      <vt:lpstr>Streamline</vt:lpstr>
      <vt:lpstr>Familiarize yourself with phishing attacks</vt:lpstr>
      <vt:lpstr>What is phishing?</vt:lpstr>
      <vt:lpstr>Learn to spot phishing emails  </vt:lpstr>
      <vt:lpstr>How do we stop getting phished?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Osita Kingsley Odo</dc:creator>
  <cp:lastModifiedBy>Osita Kingsley Odo</cp:lastModifiedBy>
  <cp:revision>2</cp:revision>
  <dcterms:modified xsi:type="dcterms:W3CDTF">2025-10-06T18:25:03Z</dcterms:modified>
</cp:coreProperties>
</file>